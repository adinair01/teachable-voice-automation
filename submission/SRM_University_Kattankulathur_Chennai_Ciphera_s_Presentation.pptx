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pitch: teach once, replay by voice with new parameters, on any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the first thing a user tries: opening an app. Teaching cannot capture this because launcher taps are ignored by the recorder.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3 flows, one phone. Two earlier attempts failed while building (slot extraction bug, matcher miss); both fixed and covered by the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B02E"/>
                </a:solidFill>
              </a:defRPr>
            </a:pPr>
            <a:r>
              <a:t>Teachable Voice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0">
                <a:solidFill>
                  <a:srgbClr val="F0F2F8"/>
                </a:solidFill>
              </a:defRPr>
            </a:pPr>
            <a:r>
              <a:t>Teach any Android app once by doing it. Replay it by voice with new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969EB0"/>
                </a:solidFill>
              </a:defRPr>
            </a:pPr>
            <a:r>
              <a:t>Samsung PRISM Gen AI Hackathon  |  Theme 3</a:t>
            </a:r>
          </a:p>
          <a:p>
            <a:pPr>
              <a:spcAft>
                <a:spcPts val="800"/>
              </a:spcAft>
              <a:defRPr sz="1800" b="0">
                <a:solidFill>
                  <a:srgbClr val="969EB0"/>
                </a:solidFill>
              </a:defRPr>
            </a:pPr>
            <a:r>
              <a:t>SRM University, Kattankulathur, Chennai  |  Team Ciphera's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B02E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69EB0"/>
                </a:solidFill>
              </a:defRPr>
            </a:pPr>
            <a:r>
              <a:t>Voice assistants only work where developers built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329184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Per-app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Bixby capabilities and app actions need each app's developer to build and maintain them. Most apps never 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566160" cy="329184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Long tail unserved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231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Users still tap through the same 6 screens every day in apps that expose no voice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566160" cy="329184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Rigid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231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Macro tools replay fixed taps. Change "burger" to "pizza" and they break.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B02E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69EB0"/>
                </a:solidFill>
              </a:defRPr>
            </a:pPr>
            <a:r>
              <a:t>Learn by demonstration, generalise with an LLM, replay against the live UI.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265176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1  Teach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Say a command the assistant does not know. Do the task once by hand.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566160" cy="265176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2  Generalise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4231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Groq turns the demo into a flow: steps, selectors, and {{slots}} for the parts that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566160" cy="265176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3  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231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Say it again with new values. The Replayer matches elements on the live screen and 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969EB0"/>
                </a:solidFill>
              </a:defRPr>
            </a:pPr>
            <a:r>
              <a:t>Example: taught "calculate 5 plus 3"  -&gt;  replayed "what is 9 plus 4" = 13, "compute 6 plus 1" =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B02E"/>
                </a:solidFill>
              </a:defRPr>
            </a:pPr>
            <a:r>
              <a:t>Open any app by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69EB0"/>
                </a:solidFill>
              </a:defRPr>
            </a:pPr>
            <a:r>
              <a:t>Built in. No demonstration needed.</a:t>
            </a:r>
          </a:p>
        </p:txBody>
      </p:sp>
      <p:pic>
        <p:nvPicPr>
          <p:cNvPr id="4" name="Picture 3" descr="ph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2169544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0" y="1554480"/>
            <a:ext cx="7772400" cy="219456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691639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240280"/>
            <a:ext cx="7406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0F2F8"/>
                </a:solidFill>
              </a:defRPr>
            </a:pPr>
            <a:r>
              <a:t>The phone sends the backend its launchable apps (label + package). "Open Calculator" is matched on the exact app name and the app is launched.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931920"/>
            <a:ext cx="7772400" cy="219456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406908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Safe by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4617720"/>
            <a:ext cx="7406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0F2F8"/>
                </a:solidFill>
              </a:defRPr>
            </a:pPr>
            <a:r>
              <a:t>Exact-name match only, so "open Bluetooth settings" still replays your taught flow instead of hitting the Settings app. Unknown names fall back to teach mode.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B02E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69EB0"/>
                </a:solidFill>
              </a:defRPr>
            </a:pPr>
            <a:r>
              <a:t>Android does the acting. The backend does the understanding.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86400" cy="420624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Android (Kotlin)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1206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AccessibilityService: read UI tree, tap, type, scroll, back</a:t>
            </a:r>
            <a:br/>
            <a:r>
              <a:t>Flow Recorder: events to selectors, passwords redacted</a:t>
            </a:r>
            <a:br/>
            <a:r>
              <a:t>Flow Replayer: resourceId &gt; text &gt; desc &gt; class, 6 s wait, retry, LLM fallback</a:t>
            </a:r>
            <a:br/>
            <a:r>
              <a:t>Overlay: draggable mic, TEACH MODE indicator, Yes/No</a:t>
            </a:r>
            <a:br/>
            <a:r>
              <a:t>Foreground service: push-to-talk audio, WebSocket, TTS playback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486400" cy="420624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Backend (Node, Express, Mongo, Docker)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51206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WebSocket: audio to Deepgram Nova 3 STT</a:t>
            </a:r>
            <a:br/>
            <a:r>
              <a:t>Groq JSON mode: intent + slots, generalise, paraphrase match, pick-element fallback</a:t>
            </a:r>
            <a:br/>
            <a:r>
              <a:t>Deepgram Aura TTS over the same socket</a:t>
            </a:r>
            <a:br/>
            <a:r>
              <a:t>Mongo: Flow + RunLog</a:t>
            </a:r>
            <a:br/>
            <a:r>
              <a:t>REST + /dashboard metrics from real RunLogs</a:t>
            </a:r>
            <a:br/>
            <a:r>
              <a:t>docker compose 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B02E"/>
                </a:solidFill>
              </a:defRPr>
            </a:pPr>
            <a:r>
              <a:t>Why Accessibility beats app-specific integrations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38912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Per-app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0F2F8"/>
                </a:solidFill>
              </a:defRPr>
            </a:pPr>
            <a:r>
              <a:t>One integration per app, built by that app's developer</a:t>
            </a:r>
            <a:br/>
            <a:r>
              <a:t>Breaks when the app ships an update they did not plan for</a:t>
            </a:r>
            <a:br/>
            <a:r>
              <a:t>Covers only partners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38912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Accessibility +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0F2F8"/>
                </a:solidFill>
              </a:defRPr>
            </a:pPr>
            <a:r>
              <a:t>Works on apps that know nothing about us</a:t>
            </a:r>
            <a:br/>
            <a:r>
              <a:t>The user is the integration: one demo, minutes not months</a:t>
            </a:r>
            <a:br/>
            <a:r>
              <a:t>Same UI tree screen readers already use</a:t>
            </a:r>
            <a:br/>
            <a:r>
              <a:t>Covers the long tail, including Chrome, Settings, Clock, Calculator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B02E"/>
                </a:solidFill>
              </a:defRPr>
            </a:pPr>
            <a:r>
              <a:t>Demo on a real 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69EB0"/>
                </a:solidFill>
              </a:defRPr>
            </a:pPr>
            <a:r>
              <a:t>Realme device, real Accessibility events, real STT and TTS.</a:t>
            </a:r>
          </a:p>
        </p:txBody>
      </p:sp>
      <p:pic>
        <p:nvPicPr>
          <p:cNvPr id="4" name="Picture 3" descr="ph_t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1923936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943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69EB0"/>
                </a:solidFill>
              </a:defRPr>
            </a:pPr>
            <a:r>
              <a:t>Teach mode: user demonstrates</a:t>
            </a:r>
          </a:p>
        </p:txBody>
      </p:sp>
      <p:pic>
        <p:nvPicPr>
          <p:cNvPr id="6" name="Picture 5" descr="ph_re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54480"/>
            <a:ext cx="1923936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5943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69EB0"/>
                </a:solidFill>
              </a:defRPr>
            </a:pPr>
            <a:r>
              <a:t>New slot, same flow: 9 + 4 = 13</a:t>
            </a:r>
          </a:p>
        </p:txBody>
      </p:sp>
      <p:pic>
        <p:nvPicPr>
          <p:cNvPr id="8" name="Picture 7" descr="ph_confi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554480"/>
            <a:ext cx="1923936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5943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69EB0"/>
                </a:solidFill>
              </a:defRPr>
            </a:pPr>
            <a:r>
              <a:t>Confirm before sensitive step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B02E"/>
                </a:solidFill>
              </a:defRPr>
            </a:pPr>
            <a:r>
              <a:t>Measured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69EB0"/>
                </a:solidFill>
              </a:defRPr>
            </a:pPr>
            <a:r>
              <a:t>Real phone. Flows and RunLogs reset first. Computed by the dashboard from RunLog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66160" cy="219456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Learn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969EB0"/>
                </a:solidFill>
              </a:defRPr>
            </a:pPr>
            <a:r>
              <a:t>3 / 3 demonstrations turned into 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66160" cy="219456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Replay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31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063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969EB0"/>
                </a:solidFill>
              </a:defRPr>
            </a:pPr>
            <a:r>
              <a:t>9 / 9 replays with new slot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566160" cy="219456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Paraphrase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31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63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969EB0"/>
                </a:solidFill>
              </a:defRPr>
            </a:pPr>
            <a:r>
              <a:t>9 / 9 live; 13 / 13 offline eval incl. 2 negative controls</a:t>
            </a:r>
          </a:p>
        </p:txBody>
      </p:sp>
      <p:pic>
        <p:nvPicPr>
          <p:cNvPr id="16" name="Picture 15" descr="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31920"/>
            <a:ext cx="3394253" cy="2651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0" y="420624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69EB0"/>
                </a:solidFill>
              </a:defRPr>
            </a:pPr>
            <a:r>
              <a:t>3 flows: Settings, Calculator, Clock. Small sample, own device: read these as a working proof, not a benchmark.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B02E"/>
                </a:solidFill>
              </a:defRPr>
            </a:pPr>
            <a:r>
              <a:t>Safety by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38912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Never auto-complete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0F2F8"/>
                </a:solidFill>
              </a:defRPr>
            </a:pPr>
            <a:r>
              <a:t>Steps that look like pay, send, order, delete are flagged.</a:t>
            </a:r>
            <a:br/>
            <a:r>
              <a:t>Replay pauses, speaks "Confirm?", waits for Yes or No.</a:t>
            </a:r>
            <a:br/>
            <a:r>
              <a:t>Unclear answer or no answer = No.</a:t>
            </a:r>
            <a:br/>
            <a:r>
              <a:t>A declined run is logged as declined, not a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38912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Privacy and secrets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0F2F8"/>
                </a:solidFill>
              </a:defRPr>
            </a:pPr>
            <a:r>
              <a:t>Password / PIN / OTP fields are redacted at record time and never stored or sent to the LLM.</a:t>
            </a:r>
            <a:br/>
            <a:r>
              <a:t>Keys only via environment; .env gitignored.</a:t>
            </a:r>
            <a:br/>
            <a:r>
              <a:t>Input validated on every endpoint and WebSocket message.</a:t>
            </a:r>
            <a:br/>
            <a:r>
              <a:t>Non-root Docker image.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B02E"/>
                </a:solidFill>
              </a:defRPr>
            </a:pPr>
            <a:r>
              <a:t>Limitations, stated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2F8"/>
                </a:solidFill>
              </a:defRPr>
            </a:pPr>
            <a:r>
              <a:t>Chrome address-bar suggestion taps emit no accessibility click event, so those flows are hand-authored, not taught.</a:t>
            </a:r>
          </a:p>
          <a:p>
            <a:pPr>
              <a:spcAft>
                <a:spcPts val="800"/>
              </a:spcAft>
              <a:defRPr sz="1900" b="0">
                <a:solidFill>
                  <a:srgbClr val="F0F2F8"/>
                </a:solidFill>
              </a:defRPr>
            </a:pPr>
            <a:r>
              <a:t>Long-press and drag gestures are not captured yet.</a:t>
            </a:r>
          </a:p>
          <a:p>
            <a:pPr>
              <a:spcAft>
                <a:spcPts val="800"/>
              </a:spcAft>
              <a:defRPr sz="1900" b="0">
                <a:solidFill>
                  <a:srgbClr val="F0F2F8"/>
                </a:solidFill>
              </a:defRPr>
            </a:pPr>
            <a:r>
              <a:t>Operators are not slots: "plus" is baked into the taught calculator flow; "9 minus 4" needs its own demo.</a:t>
            </a:r>
          </a:p>
          <a:p>
            <a:pPr>
              <a:spcAft>
                <a:spcPts val="800"/>
              </a:spcAft>
              <a:defRPr sz="1900" b="0">
                <a:solidFill>
                  <a:srgbClr val="F0F2F8"/>
                </a:solidFill>
              </a:defRPr>
            </a:pPr>
            <a:r>
              <a:t>Matching depends on an LLM (openai/gpt-oss-20b on Groq; the Llama model was not available on our key).</a:t>
            </a:r>
          </a:p>
          <a:p>
            <a:pPr>
              <a:spcAft>
                <a:spcPts val="800"/>
              </a:spcAft>
              <a:defRPr sz="1900" b="0">
                <a:solidFill>
                  <a:srgbClr val="F0F2F8"/>
                </a:solidFill>
              </a:defRPr>
            </a:pPr>
            <a:r>
              <a:t>Cleartext LAN/localhost transport for development; production needs TLS.</a:t>
            </a:r>
          </a:p>
          <a:p>
            <a:pPr>
              <a:spcAft>
                <a:spcPts val="800"/>
              </a:spcAft>
              <a:defRPr sz="1900" b="0">
                <a:solidFill>
                  <a:srgbClr val="F0F2F8"/>
                </a:solidFill>
              </a:defRPr>
            </a:pPr>
            <a:r>
              <a:t>Accessibility must be enabled by the user in Settings; Android does not allow it programmatically.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B02E"/>
                </a:solidFill>
              </a:defRPr>
            </a:pPr>
            <a:r>
              <a:t>Production: an OEM system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69EB0"/>
                </a:solidFill>
              </a:defRPr>
            </a:pPr>
            <a:r>
              <a:t>The architecture is what Samsung could 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329184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Fallback under Bixby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Bixby stays first choice where a developer built support. Teach mode covers everything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566160" cy="329184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On-device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231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Move STT and the small models on-device. Flows stay private on the 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566160" cy="3291840"/>
          </a:xfrm>
          <a:prstGeom prst="roundRect">
            <a:avLst/>
          </a:prstGeom>
          <a:solidFill>
            <a:srgbClr val="1F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02E"/>
                </a:solidFill>
              </a:defRPr>
            </a:pPr>
            <a:r>
              <a:t>System-level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2316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0F2F8"/>
                </a:solidFill>
              </a:defRPr>
            </a:pPr>
            <a:r>
              <a:t>As a privileged service: signed confirmations, per-app policy, shareable 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